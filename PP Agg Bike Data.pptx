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3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0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3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2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2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9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9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8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24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9616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29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42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15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9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68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C67150-D196-4A14-ABE6-9E56C251EA5F}" type="datetimeFigureOut">
              <a:rPr lang="en-US" smtClean="0"/>
              <a:t>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DABA3-570A-4144-AD1F-F1A4457D8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16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0F5A9F-F607-401E-9EBE-056FD6D9D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178" y="1259840"/>
            <a:ext cx="10681644" cy="481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9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BAB8C5-4997-43B4-8FD3-B16968442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000" y="651212"/>
            <a:ext cx="7984199" cy="572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4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BB64AD-9992-4560-B3EF-1D8D67592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2181" y="203317"/>
            <a:ext cx="4367638" cy="645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9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C5727F-229E-4C93-810B-5D16FC4BD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734" y="445506"/>
            <a:ext cx="9199105" cy="596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1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7F8F69-F5E7-4CAA-8506-DB6013C0D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650" y="604520"/>
            <a:ext cx="8754699" cy="564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4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9F0AC7-8105-4CE4-9F31-402B187B7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122" y="427165"/>
            <a:ext cx="9559158" cy="600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59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</dc:creator>
  <cp:lastModifiedBy> </cp:lastModifiedBy>
  <cp:revision>2</cp:revision>
  <dcterms:created xsi:type="dcterms:W3CDTF">2019-02-24T02:16:05Z</dcterms:created>
  <dcterms:modified xsi:type="dcterms:W3CDTF">2019-02-24T02:49:13Z</dcterms:modified>
</cp:coreProperties>
</file>